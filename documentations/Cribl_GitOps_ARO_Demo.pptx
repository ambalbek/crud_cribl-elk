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CRIBL GITOPS ON AZURE RED HAT OPENSHIFT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4B8A6"/>
                </a:solidFill>
              </a:defRPr>
            </a:pPr>
            <a:r>
              <a:t>Architecture &amp; CI/CD Pipeline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4 Regions  |  4 Environments  |  4 Worker Group Types  |  64 Worker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API-Driven GitOps  •  Harness CI/CD  •  OpenTelemetry  •  HA Leaders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3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High-Level GitOps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End-to-end flow from PR to worker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8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Regional 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4 regions × 4 environments × 4 worker types = 64 WGs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ARO Deployment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88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How services run on Azure Red Hat OpenShift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59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83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OTel Telemetry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3755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Framework → OTel Collector → Cribl Stream → backends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32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Harness CI/CD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6-stage pipeline with approval gates &amp; canary deploys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80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Cribl Git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34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Why API-driven, not filesystem-based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79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294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Recommended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8347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One-time setup + runtime GitOps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78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HA Leader Replication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532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Active/standby config propagation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52160"/>
            <a:ext cx="502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826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Production Best Practices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6080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Security, ARO, Harness, and Cribl best practices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1463040"/>
            <a:ext cx="3931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772399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39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79" y="236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Worker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39" y="28163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79" y="2892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Regions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39" y="3346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79" y="3422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Environments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39" y="387705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79" y="39532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HA Leaders per Region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39" y="4407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79" y="4483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CI/CD Pipeline Stages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39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B8A6"/>
                </a:solidFill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79" y="5013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Telemetry Backends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HIGH-LEVEL GITOPS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End-to-end flow: Engineer PR → Harness CI/CD → Cribl Leader → Worker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1005840"/>
          </a:xfrm>
          <a:prstGeom prst="roundRect">
            <a:avLst/>
          </a:prstGeom>
          <a:solidFill>
            <a:srgbClr val="001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ENGINEER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1005840"/>
          </a:xfrm>
          <a:prstGeom prst="roundRect">
            <a:avLst/>
          </a:prstGeom>
          <a:solidFill>
            <a:srgbClr val="0B4F6C"/>
          </a:solidFill>
          <a:ln w="19050"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2011680" cy="1005840"/>
          </a:xfrm>
          <a:prstGeom prst="roundRect">
            <a:avLst/>
          </a:prstGeom>
          <a:solidFill>
            <a:srgbClr val="00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HARNESS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100584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011680" cy="1005840"/>
          </a:xfrm>
          <a:prstGeom prst="roundRect">
            <a:avLst/>
          </a:prstGeom>
          <a:solidFill>
            <a:srgbClr val="0F4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CRIBL LEADER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00600"/>
            <a:ext cx="10698480" cy="1005840"/>
          </a:xfrm>
          <a:prstGeom prst="roundRect">
            <a:avLst/>
          </a:prstGeom>
          <a:solidFill>
            <a:srgbClr val="52796F"/>
          </a:solidFill>
          <a:ln w="19050">
            <a:solidFill>
              <a:srgbClr val="527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2011680" cy="1005840"/>
          </a:xfrm>
          <a:prstGeom prst="roundRect">
            <a:avLst/>
          </a:prstGeom>
          <a:solidFill>
            <a:srgbClr val="34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WORKER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508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Opens PR</a:t>
            </a:r>
            <a:br/>
            <a:r>
              <a:t>against main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1737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1508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Peer Review</a:t>
            </a:r>
            <a:br/>
            <a:r>
              <a:t>+ Approval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89520" y="1737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Merge</a:t>
            </a:r>
            <a:br/>
            <a:r>
              <a:t>to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651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Webhook</a:t>
            </a:r>
            <a:br/>
            <a:r>
              <a:t>Trigger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29200" y="2880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0" y="2651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Detect Changed</a:t>
            </a:r>
            <a:br/>
            <a:r>
              <a:t>Paths (git diff)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89520" y="2880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2651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Fan Out</a:t>
            </a:r>
            <a:br/>
            <a:r>
              <a:t>by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794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POST</a:t>
            </a:r>
            <a:br/>
            <a:r>
              <a:t>/version/pull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029200" y="4023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3794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POST</a:t>
            </a:r>
            <a:br/>
            <a:r>
              <a:t>/version/commit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589520" y="4023360"/>
            <a:ext cx="36576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3794760"/>
            <a:ext cx="20116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Auto-Deploy</a:t>
            </a:r>
            <a:br/>
            <a:r>
              <a:t>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93776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ARO Cluster</a:t>
            </a:r>
            <a:br/>
            <a:r>
              <a:t>(3 workers)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493776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Filebeat</a:t>
            </a:r>
            <a:br/>
            <a:r>
              <a:t>(3 workers)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493776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Syslog</a:t>
            </a:r>
            <a:br/>
            <a:r>
              <a:t>(3 workers)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4937760"/>
            <a:ext cx="16459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WEC</a:t>
            </a:r>
            <a:br/>
            <a:r>
              <a:t>(3 workers)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371600"/>
            <a:ext cx="182880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GitHub Repo</a:t>
            </a:r>
            <a:br/>
            <a:r>
              <a:t>Single Source of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REGIONAL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 Regions × 4 Environments × 4 Worker Group Types = 64 Worker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182880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GitHub Repo</a:t>
            </a:r>
          </a:p>
        </p:txBody>
      </p:sp>
      <p:sp>
        <p:nvSpPr>
          <p:cNvPr id="6" name="Right Arrow 5"/>
          <p:cNvSpPr/>
          <p:nvPr/>
        </p:nvSpPr>
        <p:spPr>
          <a:xfrm rot="5400000">
            <a:off x="4754880" y="1737360"/>
            <a:ext cx="320040" cy="2286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1828800" cy="502920"/>
          </a:xfrm>
          <a:prstGeom prst="round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Harness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347472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65176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WAUKEGAN  (On-Prem)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22860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HA Leader Pair (Active + Standby)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31920"/>
            <a:ext cx="64008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03704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42616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26280"/>
            <a:ext cx="640080" cy="457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ALT-PROD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64792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3704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2616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20640"/>
            <a:ext cx="6400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64792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03704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42616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15000"/>
            <a:ext cx="64008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64792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03704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42616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2926080"/>
            <a:ext cx="2651760" cy="347472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3246120" y="2926080"/>
            <a:ext cx="265176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FORT WORTH  (On-Prem)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474720"/>
            <a:ext cx="22860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HA Leader Pair (Active + Standby)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3931920"/>
            <a:ext cx="64008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2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92624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1536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4526280"/>
            <a:ext cx="640080" cy="457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ALT-PROD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92624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31536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5120640"/>
            <a:ext cx="6400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53712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2624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31536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83280" y="5715000"/>
            <a:ext cx="64008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92624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31536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2926080"/>
            <a:ext cx="2651760" cy="347472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6035040" y="2926080"/>
            <a:ext cx="265176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AZURE NORTH  (Cloud)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474720"/>
            <a:ext cx="22860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HA Leader Pair (Active + Standby)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3931920"/>
            <a:ext cx="64008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42632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81544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0456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4526280"/>
            <a:ext cx="640080" cy="457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ALT-PROD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03720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42632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81544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0456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5120640"/>
            <a:ext cx="6400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03720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42632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81544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0456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5715000"/>
            <a:ext cx="64008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03720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42632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81544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0456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23960" y="2926080"/>
            <a:ext cx="2651760" cy="347472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78" name="Rounded Rectangle 77"/>
          <p:cNvSpPr/>
          <p:nvPr/>
        </p:nvSpPr>
        <p:spPr>
          <a:xfrm>
            <a:off x="8823960" y="2926080"/>
            <a:ext cx="265176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AZURE SOUTH  (Cloud)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06840" y="3474720"/>
            <a:ext cx="22860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HA Leader Pair (Active + Standby)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61120" y="3931920"/>
            <a:ext cx="64008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2640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131552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70464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009376" y="397764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1120" y="4526280"/>
            <a:ext cx="640080" cy="457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ALT-PROD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92640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31552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570464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009376" y="457200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61120" y="5120640"/>
            <a:ext cx="6400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2640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31552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570464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009376" y="516636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961120" y="5715000"/>
            <a:ext cx="64008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92640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ARO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131552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Filebeat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70464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Syslog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009376" y="5760720"/>
            <a:ext cx="393192" cy="3657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ARO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Cribl Framework &amp; Cribl Stream on Azure Red Hat OpenShift with OTel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</a:defRPr>
            </a:pPr>
            <a:r>
              <a:t>NAMESPACE: CRIBL-INFRA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OpenShift Route (TLS Termination — Edge / Re-encrypt)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463040" cy="91440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cribl-framework</a:t>
            </a:r>
            <a:br/>
            <a:r>
              <a:t>Flask :5000</a:t>
            </a:r>
            <a:br/>
            <a:r>
              <a:t>replicas: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60320"/>
            <a:ext cx="1463040" cy="91440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cribl-service</a:t>
            </a:r>
            <a:br/>
            <a:r>
              <a:t>FastAPI :8001</a:t>
            </a:r>
            <a:br/>
            <a:r>
              <a:t>replicas: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560320"/>
            <a:ext cx="1463040" cy="91440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ece-service</a:t>
            </a:r>
            <a:br/>
            <a:r>
              <a:t>FastAPI :8002</a:t>
            </a:r>
            <a:br/>
            <a:r>
              <a:t>replicas: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4754880" cy="640080"/>
          </a:xfrm>
          <a:prstGeom prst="roundRect">
            <a:avLst/>
          </a:prstGeom>
          <a:solidFill>
            <a:srgbClr val="47556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DaemonSet: otel-collector  |  OTLP gRPC :4317  |  OTLP HTTP :4318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14300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ClusterIP :5000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663440"/>
            <a:ext cx="114300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ClusterIP :8001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663440"/>
            <a:ext cx="114300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ClusterIP :8002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663440"/>
            <a:ext cx="114300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ClusterIP :4317/:4318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554480" cy="6400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Azure Container</a:t>
            </a:r>
            <a:br/>
            <a:r>
              <a:t>Registry (ACR)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5303520"/>
            <a:ext cx="1554480" cy="64008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Azure Key Vault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303520"/>
            <a:ext cx="1554480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Azure Blob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</a:defRPr>
            </a:pPr>
            <a:r>
              <a:t>NAMESPACE: CRIBL-STREAM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828800"/>
            <a:ext cx="49377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StatefulSet: cribl-leader  |  HA Pair (2 replicas)  |  PVC for $CRIBL_HOME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1143000" cy="9144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Deployment:</a:t>
            </a:r>
            <a:br/>
            <a:r>
              <a:t>cribl-worker-aro</a:t>
            </a:r>
            <a:br/>
            <a:r>
              <a:t>replicas: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651760"/>
            <a:ext cx="1143000" cy="9144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Deployment:</a:t>
            </a:r>
            <a:br/>
            <a:r>
              <a:t>cribl-worker-filebeat</a:t>
            </a:r>
            <a:br/>
            <a:r>
              <a:t>replicas: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651760"/>
            <a:ext cx="1143000" cy="9144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Deployment:</a:t>
            </a:r>
            <a:br/>
            <a:r>
              <a:t>cribl-worker-syslog</a:t>
            </a:r>
            <a:br/>
            <a:r>
              <a:t>replicas: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651760"/>
            <a:ext cx="1143000" cy="9144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Deployment:</a:t>
            </a:r>
            <a:br/>
            <a:r>
              <a:t>cribl-worker-wec</a:t>
            </a:r>
            <a:br/>
            <a:r>
              <a:t>replicas: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840480"/>
            <a:ext cx="22860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Source: OTel</a:t>
            </a:r>
            <a:br/>
            <a:r>
              <a:t>(OTLP gRPC :4317)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9680" y="3977640"/>
            <a:ext cx="274320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3840480"/>
            <a:ext cx="2194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Pipeline: parse, enrich,</a:t>
            </a:r>
            <a:br/>
            <a:r>
              <a:t>route, redact PII, sample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754880"/>
            <a:ext cx="1554480" cy="5943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Elasticsearch</a:t>
            </a:r>
            <a:br/>
            <a:r>
              <a:t>/ Kibana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754880"/>
            <a:ext cx="1554480" cy="5943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Dynatrace</a:t>
            </a:r>
            <a:br/>
            <a:r>
              <a:t>(APM)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4754880"/>
            <a:ext cx="1554480" cy="5943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Azure Blob</a:t>
            </a:r>
            <a:br/>
            <a:r>
              <a:t>(Archive)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5577840"/>
            <a:ext cx="4937760" cy="64008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Namespace: cribl-secrets  |  SealedSecrets (Bitnami)  |  HashiCorp Vault + External Secrets Operator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OTEL 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Framework Services → OTel Collector → Cribl Stream → ELK / Dynatrace / Blob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TELEMETRY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560320" cy="118872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cribl-framework (Flask)</a:t>
            </a:r>
            <a:br/>
            <a:br/>
            <a:r>
              <a:t>Traces: request spans</a:t>
            </a:r>
            <a:br/>
            <a:r>
              <a:t>Metrics: latency histograms</a:t>
            </a:r>
            <a:br/>
            <a:r>
              <a:t>Logs: structured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560320" cy="118872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cribl-service (FastAPI)</a:t>
            </a:r>
            <a:br/>
            <a:br/>
            <a:r>
              <a:t>Traces: Cribl API call spans</a:t>
            </a:r>
            <a:br/>
            <a:r>
              <a:t>Metrics: API latency, error rates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2560320" cy="1188720"/>
          </a:xfrm>
          <a:prstGeom prst="roundRect">
            <a:avLst/>
          </a:prstGeom>
          <a:solidFill>
            <a:srgbClr val="2D6A4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ece-service (FastAPI)</a:t>
            </a:r>
            <a:br/>
            <a:br/>
            <a:r>
              <a:t>Traces: ELK API call spans</a:t>
            </a:r>
            <a:br/>
            <a:r>
              <a:t>Metrics: role/index op counts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200400"/>
            <a:ext cx="4572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2560320" cy="4114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OTEL COLLECTOR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9202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Receivers</a:t>
            </a:r>
            <a:br/>
            <a:br/>
            <a:r>
              <a:t>otlp (gRPC :4317)</a:t>
            </a:r>
            <a:br/>
            <a:r>
              <a:t>otlp (HTTP :4318)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2918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Processors</a:t>
            </a:r>
            <a:br/>
            <a:br/>
            <a:r>
              <a:t>batch (200ms / 512 items)</a:t>
            </a:r>
            <a:br/>
            <a:r>
              <a:t>memory_limiter (512Mi)</a:t>
            </a:r>
            <a:br/>
            <a:r>
              <a:t>resource (k8s metadata)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663440"/>
            <a:ext cx="25603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Exporters</a:t>
            </a:r>
            <a:br/>
            <a:br/>
            <a:r>
              <a:t>otlp/cribl</a:t>
            </a:r>
            <a:br/>
            <a:r>
              <a:t>(Cribl Stream :4317)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83680" y="3200400"/>
            <a:ext cx="4572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371600"/>
            <a:ext cx="21031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CRIBL 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920240"/>
            <a:ext cx="21031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Source: OTel</a:t>
            </a:r>
            <a:br/>
            <a:br/>
            <a:r>
              <a:t>OTLP gRPC :4317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291840"/>
            <a:ext cx="21031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Pipeline</a:t>
            </a:r>
            <a:br/>
            <a:br/>
            <a:r>
              <a:t>otel-routing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663440"/>
            <a:ext cx="210312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Functions</a:t>
            </a:r>
            <a:br/>
            <a:br/>
            <a:r>
              <a:t>Eval: extract service.name</a:t>
            </a:r>
            <a:br/>
            <a:r>
              <a:t>Router: route by signal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09760" y="3200400"/>
            <a:ext cx="457200" cy="27432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1371600"/>
            <a:ext cx="1645920" cy="41148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DESTINATIONS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920240"/>
            <a:ext cx="1645920" cy="11887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ELK</a:t>
            </a:r>
            <a:br/>
            <a:br/>
            <a:r>
              <a:t>Logs + Metrics</a:t>
            </a:r>
            <a:br/>
            <a:r>
              <a:t>Data streams</a:t>
            </a:r>
            <a:br/>
            <a:r>
              <a:t>Ops dashboards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3291840"/>
            <a:ext cx="1645920" cy="11887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Dynatrace</a:t>
            </a:r>
            <a:br/>
            <a:br/>
            <a:r>
              <a:t>Traces (OTLP)</a:t>
            </a:r>
            <a:br/>
            <a:r>
              <a:t>Custom metrics</a:t>
            </a:r>
            <a:br/>
            <a:r>
              <a:t>Real-time APM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4663440"/>
            <a:ext cx="1645920" cy="11887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Azure Blob</a:t>
            </a:r>
            <a:br/>
            <a:br/>
            <a:r>
              <a:t>All signals</a:t>
            </a:r>
            <a:br/>
            <a:r>
              <a:t>Parquet / JSON</a:t>
            </a:r>
            <a:br/>
            <a:r>
              <a:t>90-day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WHY CRIBL IN THE MIDDLE?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Benefits of routing telemetry through Cribl Stream instead of direct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Route by Signal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Traces → Dynatrace (best APM)</a:t>
            </a:r>
            <a:br/>
            <a:r>
              <a:t>Logs → ELK (best search/dashboards)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Reduce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Sample low-value traces</a:t>
            </a:r>
            <a:br/>
            <a:r>
              <a:t>Drop debug logs in prod</a:t>
            </a:r>
            <a:br/>
            <a:r>
              <a:t>Aggregate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29184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PII Redaction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Scrub sensitive fields before</a:t>
            </a:r>
            <a:br/>
            <a:r>
              <a:t>they reach any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4572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Dual-Write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Send to ELK and Dynatrace</a:t>
            </a:r>
            <a:br/>
            <a:r>
              <a:t>simultaneously without code changes</a:t>
            </a:r>
            <a:br/>
            <a:r>
              <a:t>Add/remove backends freely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291840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Format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Convert OTLP to Dynatrace format</a:t>
            </a:r>
            <a:br/>
            <a:r>
              <a:t>or ECS-formatted JSON for ELK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291840" cy="457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Single Egress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One place for firewall rules,</a:t>
            </a:r>
            <a:br/>
            <a:r>
              <a:t>audit, and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HARNESS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6-stage pipeline from PR merge to production deployment with approval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54864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GitHub webhook</a:t>
            </a:r>
            <a:br/>
            <a:r>
              <a:t>push to main</a:t>
            </a:r>
            <a:br/>
            <a:r>
              <a:t>Parse payload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28520" y="2560320"/>
            <a:ext cx="118872" cy="164592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4028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2788920" y="1508760"/>
            <a:ext cx="54864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Compute affected</a:t>
            </a:r>
            <a:br/>
            <a:r>
              <a:t>regions from paths</a:t>
            </a:r>
            <a:br/>
            <a:r>
              <a:t>Lint YAML/JSON</a:t>
            </a:r>
            <a:br/>
            <a:r>
              <a:t>Build deploy matrix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11600" y="2560320"/>
            <a:ext cx="118872" cy="164592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6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4572000" y="1508760"/>
            <a:ext cx="54864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Auto-deploy</a:t>
            </a:r>
            <a:br/>
            <a:r>
              <a:t>Auth → Pull → Commit</a:t>
            </a:r>
            <a:br/>
            <a:r>
              <a:t>Verify workers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94680" y="2560320"/>
            <a:ext cx="118872" cy="164592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1" name="Oval 20"/>
          <p:cNvSpPr/>
          <p:nvPr/>
        </p:nvSpPr>
        <p:spPr>
          <a:xfrm>
            <a:off x="6355080" y="1508760"/>
            <a:ext cx="548640" cy="457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Auto-deploy</a:t>
            </a:r>
            <a:br/>
            <a:r>
              <a:t>+ Smoke test</a:t>
            </a:r>
            <a:br/>
            <a:r>
              <a:t>Send test event</a:t>
            </a:r>
            <a:br/>
            <a:r>
              <a:t>Verify output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77760" y="2560320"/>
            <a:ext cx="118872" cy="164592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138160" y="1508760"/>
            <a:ext cx="548640" cy="457200"/>
          </a:xfrm>
          <a:prstGeom prst="ellipse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ALT-PROD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Manual Approval</a:t>
            </a:r>
            <a:br/>
            <a:r>
              <a:t>(CAB / Team Lead)</a:t>
            </a:r>
            <a:br/>
            <a:r>
              <a:t>Deploy + Canary</a:t>
            </a:r>
            <a:br/>
            <a:r>
              <a:t>validation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60840" y="2560320"/>
            <a:ext cx="118872" cy="164592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1371600"/>
            <a:ext cx="16459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1" name="Oval 30"/>
          <p:cNvSpPr/>
          <p:nvPr/>
        </p:nvSpPr>
        <p:spPr>
          <a:xfrm>
            <a:off x="9921240" y="1508760"/>
            <a:ext cx="548640" cy="45720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057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PROD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46888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Manual Approval</a:t>
            </a:r>
            <a:br/>
            <a:r>
              <a:t>(CAB + SRE)</a:t>
            </a:r>
            <a:br/>
            <a:r>
              <a:t>Canary → Soak →</a:t>
            </a:r>
            <a:br/>
            <a:r>
              <a:t>Full rollout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50292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STAGE 6: NOTIFY  —  Slack / Teams notification on success or failure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4480560"/>
            <a:ext cx="50292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ROLLBACK  —  POST /api/v1/version/pull (revert commit SHA)  |  Auto on canary failure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5212080"/>
            <a:ext cx="2011680" cy="36576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⚠  Approval gates between Alt-Prod and Prod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CRIBL GIT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Critical: Cribl does NOT auto-detect external filesystem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✘  WILL NOT WORK  —  Filesystem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1. Harness SSHs into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2. git pull on $CRIBL_HOME/local/cribl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</a:defRPr>
            </a:pPr>
            <a:r>
              <a:t>3. Cribl does NOT detect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</a:defRPr>
            </a:pPr>
            <a:r>
              <a:t>4. Config is NOT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</a:defRPr>
            </a:pPr>
            <a:r>
              <a:t>5. Workers see no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✔  SUPPORTED  —  API-Driven 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1. Configure Cribl Version Control → Remote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2. Harness calls POST /api/v1/version/pull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EFAC"/>
                </a:solidFill>
              </a:defRPr>
            </a:pPr>
            <a:r>
              <a:t>3. Cribl detects changes in its internal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EFAC"/>
                </a:solidFill>
              </a:defRPr>
            </a:pPr>
            <a:r>
              <a:t>4. POST /api/v1/version/commit →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EFAC"/>
                </a:solidFill>
              </a:defRPr>
            </a:pPr>
            <a:r>
              <a:t>5. Workers automatically pull new config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42976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65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 filesystem watchers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Changes silently ignored until restart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File locking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Corruption if Cribl writes simultaneously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HA desync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Standby leader won't receive changes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Git state corruption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Cribl's .git/ diverges from disk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Audit trail gaps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Internal audit log won't record change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Rollback impossible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 rollback relies on its own history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RECOMMENDED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One-time setup + runtime GitOps flow with exact API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ONE-TIME SETUP (Per Regional Leader)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03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Configure Cribl Version Control</a:t>
            </a:r>
            <a:br/>
            <a:r>
              <a:t>Settings → Global Settings → Version Control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59152"/>
            <a:ext cx="320040" cy="320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3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Set Remote Repository</a:t>
            </a:r>
            <a:br/>
            <a:r>
              <a:t>URL: git@github.com:org/cribl-config.git</a:t>
            </a:r>
            <a:br/>
            <a:r>
              <a:t>Branch: main  |  Auth: Deploy key (read-only)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9504"/>
            <a:ext cx="320040" cy="320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41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Deploy key in GitHub</a:t>
            </a:r>
            <a:br/>
            <a:r>
              <a:t>Read-only access, scoped to repo only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9855"/>
            <a:ext cx="320040" cy="32004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94455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Verify: Cribl UI → Version Control → Pull</a:t>
            </a:r>
            <a:br/>
            <a:r>
              <a:t>Confirms connectivity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48640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RUNTIME GITOPS FLOW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828800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161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Engineer merges PR to main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130552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178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GitHub webhook → Harness pipeline triggers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432304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4196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Harness determines affected regions from paths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734056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213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POST /api/v1/auth/login → Bearer token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035808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0231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POST /api/v1/version/pull (Cribl fetches from GitHub)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337560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248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POST /api/v1/version/commit {deploy: true}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639312"/>
            <a:ext cx="27432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266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GET /api/v1/master/groups → Verify workers healthy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1124712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CRIBL API REFERENCE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4754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Authenticate, get 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username + password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/api/v1/version/pull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Pull latest config from GitHub remote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/api/v1/version/commit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Commit &amp; deploy to worker groups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/api/v1/master/groups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Verify worker group health + config version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HA LEADER REPLICATION &amp; FAILOVER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Active/standby config propagation — always target the active leader via VIP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731520"/>
          </a:xfrm>
          <a:prstGeom prst="round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Harness Pipeline</a:t>
            </a:r>
            <a:br/>
            <a:r>
              <a:t>POST /version/pull</a:t>
            </a:r>
            <a:br/>
            <a:r>
              <a:t>+ /version/commit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468880"/>
            <a:ext cx="548640" cy="2286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103120"/>
            <a:ext cx="1828800" cy="109728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VIP / Load Balancer</a:t>
            </a:r>
            <a:br/>
            <a:r>
              <a:t>OpenShift Service</a:t>
            </a:r>
            <a:br/>
            <a:r>
              <a:t>(routes to active)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468880"/>
            <a:ext cx="548640" cy="2286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</a:defRPr>
            </a:pPr>
            <a:r>
              <a:t>HA LEADER PAIR (Per Region)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828800"/>
            <a:ext cx="201168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ACTIVE</a:t>
            </a:r>
            <a:br/>
            <a:r>
              <a:t>Leader</a:t>
            </a:r>
            <a:br/>
            <a:r>
              <a:t>(receives API calls)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2011680" cy="9144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STANDBY</a:t>
            </a:r>
            <a:br/>
            <a:r>
              <a:t>Leader</a:t>
            </a:r>
            <a:br/>
            <a:r>
              <a:t>(HA replica)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103120"/>
            <a:ext cx="274320" cy="18288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Internal HA replication (automatic, Cribl-managed)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Deploy config → Worker Group 1  |  Worker Group 2  |  Worker Group 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41148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API call to active leader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 replicates to standby automatically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Active leader fails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Standby promotes; VIP failover routes to new active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External git pull on active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NOT replicated — HA replication tied to internal commit log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External git pull on both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DANGEROUS — can cause split-brain; never do this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PRODUCTION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43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743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HARNESS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Path-based triggering (groups/{region}/**)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Matrix strategy — fan out by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Env promotion: Dev → Test → Alt-Prod → Prod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Canary deploy — 1 region first, soak 15–30m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Rollback automation on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5-min timeout, 2 retries with backoff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097280"/>
            <a:ext cx="2743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154680" y="1097280"/>
            <a:ext cx="2743200" cy="457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ARO / OPENSHIFT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Leaders as StatefulSet with PVCs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Workers as Deployments with HPA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NetworkPolicy isolation between namespaces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PodDisruptionBudget: minAvailable: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restricted-v2 SCC (non-root)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Azure Managed Disks (Premium SSD)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097280"/>
            <a:ext cx="2743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035040" y="1097280"/>
            <a:ext cx="2743200" cy="4572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CRIBL 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SSH deploy keys (read-only, per leader)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main = production; feature branches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Schema validation + reviewer before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Commit messages include PR # + WG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Version pinning for rollback 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Scheduled drift detection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1097280"/>
            <a:ext cx="2743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8915400" y="1097280"/>
            <a:ext cx="2743200" cy="4572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Dedicated harness-svc Cribl user (minimal perms)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API token rotation every 90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880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Leader API only from Harness runners (NetworkPolicy)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Branch protection + CODEOWNERS on groups/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69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SealedSecrets / External Secrets Operator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663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</a:defRPr>
            </a:pPr>
            <a:r>
              <a:t>•  Full audit trail: Cribl + Harness +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ARCHITECTURE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Source Control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Config repo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Single source of truth for 64 WG configs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Harness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Orchestrates deployment, gates, rollback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Container runtime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Azure Red Hat OpenShift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Runs leaders, workers, and framework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Credential mgmt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Azure Key Vault + ESO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API tokens, SSH keys, ELK creds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Telemetry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OpenTelemetry + Collector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Traces, metrics, logs from all services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Config Mgmt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Git 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 Version Control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Leaders pull from GitHub via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Config apply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 REST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Pull → Commit → Auto-deploy to workers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HA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Leader redundancy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Cribl HA (active/standby)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Automatic failover + config replication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Drift detection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Harness scheduled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Alert if leader diverges from Git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TAKEAWAY:  Use Cribl's REST API for GitOps — never modify the filesystem directly.</a:t>
            </a:r>
            <a:br/>
            <a:r>
              <a:t>GitHub is the source of truth  →  Harness orchestrates  →  Cribl API deploys  →  Workers auto-update.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301752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4B8A6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Cribl GitOps on Azure Red Hat OpenShift</a:t>
            </a:r>
            <a:br/>
            <a:r>
              <a:t>API-Driven  •  Harness CI/CD  •  HA Leaders  •  OpenTelemetry</a:t>
            </a:r>
            <a:br/>
            <a:r>
              <a:t>4 Regions  •  4 Environments  •  64 Worker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